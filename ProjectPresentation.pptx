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D2FC-F27A-44CD-A82F-90E835E74B51}" v="227" dt="2025-12-26T17:34:14.615"/>
    <p1510:client id="{D38891DF-6845-44D9-AB27-AAE91C785454}" v="48" dt="2025-12-26T20:18:08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79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50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1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4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02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65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18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81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33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loom_filter" TargetMode="External"/><Relationship Id="rId2" Type="http://schemas.openxmlformats.org/officeDocument/2006/relationships/hyperlink" Target="https://en.wikipedia.org/wiki/MurmurHash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Jenkins_hash_fun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899024"/>
            <a:ext cx="3076032" cy="3914947"/>
          </a:xfrm>
        </p:spPr>
        <p:txBody>
          <a:bodyPr>
            <a:normAutofit/>
          </a:bodyPr>
          <a:lstStyle/>
          <a:p>
            <a:r>
              <a:rPr lang="tr-TR" sz="3400"/>
              <a:t>Fast Learnıng Management wıth Bloom Fılters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729624" y="4914199"/>
            <a:ext cx="2703583" cy="965440"/>
          </a:xfrm>
        </p:spPr>
        <p:txBody>
          <a:bodyPr>
            <a:normAutofit/>
          </a:bodyPr>
          <a:lstStyle/>
          <a:p>
            <a:r>
              <a:rPr lang="tr-TR" sz="1800"/>
              <a:t>Arda Durmaz 23070001009</a:t>
            </a:r>
          </a:p>
        </p:txBody>
      </p: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Resim 6" descr="grafik, sanat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7ECBCA3-A4F7-3A43-71D6-3AFB950C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105408"/>
            <a:ext cx="7353299" cy="264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4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ABE669E-1615-251E-1F18-359604203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8" y="899024"/>
            <a:ext cx="3410059" cy="4520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The Problem: </a:t>
            </a:r>
            <a:br>
              <a:rPr lang="en-US" sz="4400" dirty="0"/>
            </a:br>
            <a:r>
              <a:rPr lang="en-US" sz="4400" dirty="0"/>
              <a:t>Database Bottleneck</a:t>
            </a:r>
          </a:p>
        </p:txBody>
      </p:sp>
      <p:cxnSp>
        <p:nvCxnSpPr>
          <p:cNvPr id="46" name="Straight Connector 5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Resim 3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4A8D4F1-930F-0D2A-139F-BC0CE378B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425227"/>
            <a:ext cx="7353299" cy="400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55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Straight Connector 7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271A687-07B0-D92D-9FC6-7F76E0CC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The solutıon:Bloom fılter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Resim 3" descr="metin, çizgi, ekran görüntüsü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C623B47-922A-7733-4B99-EF15F9AE3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425227"/>
            <a:ext cx="7353299" cy="400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82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A5F4A34-CBE7-2911-6B5B-26ED8B155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211730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comparıson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Resim 3" descr="metin, ekran görüntüsü, yazı tip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AEDB8E4-6952-F3AD-5987-98F2C9067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461994"/>
            <a:ext cx="7353299" cy="393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94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E924004-BE9A-5540-FFA4-E94EE086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False </a:t>
            </a:r>
            <a:r>
              <a:rPr lang="en-US" dirty="0" err="1"/>
              <a:t>posıtıve</a:t>
            </a:r>
            <a:r>
              <a:rPr lang="en-US" dirty="0"/>
              <a:t> </a:t>
            </a:r>
            <a:r>
              <a:rPr lang="en-US" dirty="0" err="1"/>
              <a:t>probabılıty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İçerik Yer Tutucusu 3" descr="metin, ekran görüntüsü, yazı tipi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148365A-0505-40B5-19AC-0B49F63D6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425227"/>
            <a:ext cx="7353299" cy="400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05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74F8FD3-F116-30AC-C4A4-A7434355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THANk you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6578331-A080-5BA9-1907-772DCE42E413}"/>
              </a:ext>
            </a:extLst>
          </p:cNvPr>
          <p:cNvSpPr txBox="1"/>
          <p:nvPr/>
        </p:nvSpPr>
        <p:spPr>
          <a:xfrm>
            <a:off x="4643022" y="622249"/>
            <a:ext cx="6844892" cy="5639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REFERENCES: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MurmurHash - Wikipedia</a:t>
            </a:r>
            <a:endParaRPr lang="en-US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Bloom filter - Wikipedia</a:t>
            </a:r>
            <a:endParaRPr lang="en-US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Jenkins hash function - Wikipedia</a:t>
            </a:r>
            <a:endParaRPr lang="en-US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31418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7" baseType="lpstr">
      <vt:lpstr>ChronicleVTI</vt:lpstr>
      <vt:lpstr>Fast Learnıng Management wıth Bloom Fılters</vt:lpstr>
      <vt:lpstr>The Problem:  Database Bottleneck</vt:lpstr>
      <vt:lpstr>The solutıon:Bloom fılter</vt:lpstr>
      <vt:lpstr>comparıson</vt:lpstr>
      <vt:lpstr>False posıtıve probabılıty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90</cp:revision>
  <dcterms:created xsi:type="dcterms:W3CDTF">2025-12-26T16:32:15Z</dcterms:created>
  <dcterms:modified xsi:type="dcterms:W3CDTF">2025-12-26T20:18:36Z</dcterms:modified>
</cp:coreProperties>
</file>